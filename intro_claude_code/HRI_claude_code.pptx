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69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8686800" y="-1097280"/>
            <a:ext cx="5029200" cy="5029200"/>
          </a:xfrm>
          <a:prstGeom prst="ellipse">
            <a:avLst/>
          </a:prstGeom>
          <a:solidFill>
            <a:srgbClr val="2D3561">
              <a:alpha val="45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D97757">
              <a:alpha val="25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A9BB0"/>
                </a:solidFill>
              </a:rPr>
              <a:t>A Beginner's Guide to AI-Powered Coding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</a:rPr>
              <a:t> No Coding Background Needed  | Presented by Raiyan Ashraf</a:t>
            </a:r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WHAT IS CLAUDE?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Meet Claude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B0"/>
                </a:solidFill>
              </a:rPr>
              <a:t>An AI assistant built by Anthropic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474720" cy="3383280"/>
          </a:xfrm>
          <a:prstGeom prst="roundRect">
            <a:avLst>
              <a:gd name="adj" fmla="val 405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Conversational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Talk to Claude naturally — ask questions, get answers, request help with any task.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23160"/>
            <a:ext cx="3474720" cy="3383280"/>
          </a:xfrm>
          <a:prstGeom prst="roundRect">
            <a:avLst>
              <a:gd name="adj" fmla="val 405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 txBox="1"/>
          <p:nvPr/>
        </p:nvSpPr>
        <p:spPr>
          <a:xfrm>
            <a:off x="438912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Intelligent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840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Understands context, writes, explains, summarizes, and reasons through complex problems.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23160"/>
            <a:ext cx="3474720" cy="3383280"/>
          </a:xfrm>
          <a:prstGeom prst="roundRect">
            <a:avLst>
              <a:gd name="adj" fmla="val 405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 txBox="1"/>
          <p:nvPr/>
        </p:nvSpPr>
        <p:spPr>
          <a:xfrm>
            <a:off x="813816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Safe by Design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40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Built with safety in mind. Claude aims to be helpful, honest, and harmless.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CLAUDE CODE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What is Claude Code?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Shape 6"/>
          <p:cNvSpPr/>
          <p:nvPr/>
        </p:nvSpPr>
        <p:spPr>
          <a:xfrm>
            <a:off x="1188720" y="219456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1463040" y="2194560"/>
            <a:ext cx="182880" cy="182880"/>
          </a:xfrm>
          <a:prstGeom prst="ellipse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How do I read a CSV file in Python?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Here's how: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= pd.read_csv("data.csv")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print(df.head())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 txBox="1"/>
          <p:nvPr/>
        </p:nvSpPr>
        <p:spPr>
          <a:xfrm>
            <a:off x="6629400" y="2011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🖥️  Runs in your terminal (command line)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926080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📁  Reads and edits your actual project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840480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 txBox="1"/>
          <p:nvPr/>
        </p:nvSpPr>
        <p:spPr>
          <a:xfrm>
            <a:off x="662940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🤖  Acts as your AI coding partner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754880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 txBox="1"/>
          <p:nvPr/>
        </p:nvSpPr>
        <p:spPr>
          <a:xfrm>
            <a:off x="6629400" y="4754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⚡  Write, fix, and understand code in plain English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INSTALLATION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Download &amp; Install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One command is all it takes — pick your operating system: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</a:rPr>
              <a:t>🍎  macOS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 txBox="1"/>
          <p:nvPr/>
        </p:nvSpPr>
        <p:spPr>
          <a:xfrm>
            <a:off x="868680" y="3154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Paste this in your Terminal / PowerShell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 txBox="1"/>
          <p:nvPr/>
        </p:nvSpPr>
        <p:spPr>
          <a:xfrm>
            <a:off x="438912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561"/>
                </a:solidFill>
              </a:rPr>
              <a:t>🐧  Linux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280" y="31089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 txBox="1"/>
          <p:nvPr/>
        </p:nvSpPr>
        <p:spPr>
          <a:xfrm>
            <a:off x="4617720" y="3154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Paste this in your Terminal / PowerShell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33172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 txBox="1"/>
          <p:nvPr/>
        </p:nvSpPr>
        <p:spPr>
          <a:xfrm>
            <a:off x="813816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DD9"/>
                </a:solidFill>
              </a:rPr>
              <a:t>🪟  Windows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75320" y="31089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 txBox="1"/>
          <p:nvPr/>
        </p:nvSpPr>
        <p:spPr>
          <a:xfrm>
            <a:off x="8366760" y="3154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https://claude.ai/install.ps1 | iex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Paste this in your Terminal / PowerShell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 txBox="1"/>
          <p:nvPr/>
        </p:nvSpPr>
        <p:spPr>
          <a:xfrm>
            <a:off x="82296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💡  Also available via npm:  npm install -g @anthropic-ai/claude-code   (requires Node.js 18+)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RUN &amp; LOGIN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Start Using Claude Code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91640" y="18288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 txBox="1"/>
          <p:nvPr/>
        </p:nvSpPr>
        <p:spPr>
          <a:xfrm>
            <a:off x="1691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Open Terminal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BB0"/>
                </a:solidFill>
              </a:rPr>
              <a:t>Open your Terminal (Mac/Linux) or PowerShell (Windows)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 txBox="1"/>
          <p:nvPr/>
        </p:nvSpPr>
        <p:spPr>
          <a:xfrm>
            <a:off x="45262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26060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 txBox="1"/>
          <p:nvPr/>
        </p:nvSpPr>
        <p:spPr>
          <a:xfrm>
            <a:off x="356616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Navigate to project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BB0"/>
                </a:solidFill>
              </a:rPr>
              <a:t>Go to the folder you want to work 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4251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 txBox="1"/>
          <p:nvPr/>
        </p:nvSpPr>
        <p:spPr>
          <a:xfrm>
            <a:off x="356616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my-project-folder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 txBox="1"/>
          <p:nvPr/>
        </p:nvSpPr>
        <p:spPr>
          <a:xfrm>
            <a:off x="7360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6060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 txBox="1"/>
          <p:nvPr/>
        </p:nvSpPr>
        <p:spPr>
          <a:xfrm>
            <a:off x="640080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Launch Claude Code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BB0"/>
                </a:solidFill>
              </a:rPr>
              <a:t>Type this command and press Enter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251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 txBox="1"/>
          <p:nvPr/>
        </p:nvSpPr>
        <p:spPr>
          <a:xfrm>
            <a:off x="64008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95560" y="18288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 txBox="1"/>
          <p:nvPr/>
        </p:nvSpPr>
        <p:spPr>
          <a:xfrm>
            <a:off x="101955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0" y="260604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/>
          <p:cNvSpPr txBox="1"/>
          <p:nvPr/>
        </p:nvSpPr>
        <p:spPr>
          <a:xfrm>
            <a:off x="923544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Login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BB0"/>
                </a:solidFill>
              </a:rPr>
              <a:t>A browser window opens — sign in with your Anthropic/Claude account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 w="12700">
            <a:solidFill>
              <a:srgbClr val="4CAF8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/>
          <p:cNvSpPr txBox="1"/>
          <p:nvPr/>
        </p:nvSpPr>
        <p:spPr>
          <a:xfrm>
            <a:off x="82296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✅  You need a Claude Pro, Max, Team, or Enterprise account to use Claude Code.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COMMANDS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</a:rPr>
              <a:t>Useful Commands to Know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5B8DD9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 txBox="1"/>
          <p:nvPr/>
        </p:nvSpPr>
        <p:spPr>
          <a:xfrm>
            <a:off x="548640" y="23957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43784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Start a new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227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Continue last conversation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62272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 txBox="1"/>
          <p:nvPr/>
        </p:nvSpPr>
        <p:spPr>
          <a:xfrm>
            <a:off x="548640" y="45537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00176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Show all slash commands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541264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Shape 19"/>
          <p:cNvSpPr/>
          <p:nvPr/>
        </p:nvSpPr>
        <p:spPr>
          <a:xfrm>
            <a:off x="548640" y="5632704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 txBox="1"/>
          <p:nvPr/>
        </p:nvSpPr>
        <p:spPr>
          <a:xfrm>
            <a:off x="548640" y="56327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0807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Clear conversation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1783080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 txBox="1"/>
          <p:nvPr/>
        </p:nvSpPr>
        <p:spPr>
          <a:xfrm>
            <a:off x="448056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Model &amp; Cost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2304288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Shape 25"/>
          <p:cNvSpPr/>
          <p:nvPr/>
        </p:nvSpPr>
        <p:spPr>
          <a:xfrm>
            <a:off x="4434840" y="2395728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8" name="Text 26"/>
          <p:cNvSpPr txBox="1"/>
          <p:nvPr/>
        </p:nvSpPr>
        <p:spPr>
          <a:xfrm>
            <a:off x="4434840" y="23957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opus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53128" y="2843784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Switch to Opus (most capable)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38328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Shape 29"/>
          <p:cNvSpPr/>
          <p:nvPr/>
        </p:nvSpPr>
        <p:spPr>
          <a:xfrm>
            <a:off x="4434840" y="3474720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 txBox="1"/>
          <p:nvPr/>
        </p:nvSpPr>
        <p:spPr>
          <a:xfrm>
            <a:off x="4434840" y="34747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sonnet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453128" y="39227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Switch to Sonnet (balanced)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4462272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5" name="Shape 33"/>
          <p:cNvSpPr/>
          <p:nvPr/>
        </p:nvSpPr>
        <p:spPr>
          <a:xfrm>
            <a:off x="4434840" y="4553712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6" name="Text 34"/>
          <p:cNvSpPr txBox="1"/>
          <p:nvPr/>
        </p:nvSpPr>
        <p:spPr>
          <a:xfrm>
            <a:off x="4434840" y="45537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haiku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453128" y="500176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Switch to Haiku (fastest)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43400" y="5541264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Shape 37"/>
          <p:cNvSpPr/>
          <p:nvPr/>
        </p:nvSpPr>
        <p:spPr>
          <a:xfrm>
            <a:off x="4434840" y="5632704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0" name="Text 38"/>
          <p:cNvSpPr txBox="1"/>
          <p:nvPr/>
        </p:nvSpPr>
        <p:spPr>
          <a:xfrm>
            <a:off x="4434840" y="56327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/cost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453128" y="60807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Show token usage &amp; cost so far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0" y="1783080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4CAF8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3" name="Text 41"/>
          <p:cNvSpPr txBox="1"/>
          <p:nvPr/>
        </p:nvSpPr>
        <p:spPr>
          <a:xfrm>
            <a:off x="836676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Maintenance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0" y="2304288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5" name="Shape 43"/>
          <p:cNvSpPr/>
          <p:nvPr/>
        </p:nvSpPr>
        <p:spPr>
          <a:xfrm>
            <a:off x="8321040" y="2395728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6" name="Text 44"/>
          <p:cNvSpPr txBox="1"/>
          <p:nvPr/>
        </p:nvSpPr>
        <p:spPr>
          <a:xfrm>
            <a:off x="8321040" y="23957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2843784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Check installed version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338328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9" name="Shape 47"/>
          <p:cNvSpPr/>
          <p:nvPr/>
        </p:nvSpPr>
        <p:spPr>
          <a:xfrm>
            <a:off x="8321040" y="3474720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0" name="Text 48"/>
          <p:cNvSpPr txBox="1"/>
          <p:nvPr/>
        </p:nvSpPr>
        <p:spPr>
          <a:xfrm>
            <a:off x="8321040" y="34747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update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39328" y="39227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Update to latest version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4462272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3" name="Shape 51"/>
          <p:cNvSpPr/>
          <p:nvPr/>
        </p:nvSpPr>
        <p:spPr>
          <a:xfrm>
            <a:off x="8321040" y="4553712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4" name="Text 52"/>
          <p:cNvSpPr txBox="1"/>
          <p:nvPr/>
        </p:nvSpPr>
        <p:spPr>
          <a:xfrm>
            <a:off x="8321040" y="45537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339328" y="500176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Session info &amp; settings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0" y="5541264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7" name="Shape 55"/>
          <p:cNvSpPr/>
          <p:nvPr/>
        </p:nvSpPr>
        <p:spPr>
          <a:xfrm>
            <a:off x="8321040" y="5632704"/>
            <a:ext cx="3429000" cy="402336"/>
          </a:xfrm>
          <a:prstGeom prst="roundRect">
            <a:avLst>
              <a:gd name="adj" fmla="val 15909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8" name="Text 56"/>
          <p:cNvSpPr txBox="1"/>
          <p:nvPr/>
        </p:nvSpPr>
        <p:spPr>
          <a:xfrm>
            <a:off x="8321040" y="56327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 &lt;name&gt;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339328" y="60807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Set model at launch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6400800"/>
            <a:ext cx="11247120" cy="201168"/>
          </a:xfrm>
          <a:prstGeom prst="roundRect">
            <a:avLst>
              <a:gd name="adj" fmla="val 22727"/>
            </a:avLst>
          </a:prstGeom>
          <a:solidFill>
            <a:srgbClr val="FFF3E0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1" name="Text 59"/>
          <p:cNvSpPr txBox="1"/>
          <p:nvPr/>
        </p:nvSpPr>
        <p:spPr>
          <a:xfrm>
            <a:off x="594360" y="64008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💡  Tip: Start with  claude  →  ask anything  →  use  /cost  at the end to see how much you used.                       Shift + tab to change mode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HOW TO USE IT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Just Ask — in Plain English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You don't need to know code. Tell Claude what you want to build: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Create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"Create a Python script that reads a CSV and prints the top 5 rows"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Shape 10"/>
          <p:cNvSpPr/>
          <p:nvPr/>
        </p:nvSpPr>
        <p:spPr>
          <a:xfrm>
            <a:off x="6446520" y="246888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"Explain what this function does"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 txBox="1"/>
          <p:nvPr/>
        </p:nvSpPr>
        <p:spPr>
          <a:xfrm>
            <a:off x="777240" y="4297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"Fix the bug in my code — it crashes when the file is empty"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1605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Shape 18"/>
          <p:cNvSpPr/>
          <p:nvPr/>
        </p:nvSpPr>
        <p:spPr>
          <a:xfrm>
            <a:off x="6446520" y="429768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 txBox="1"/>
          <p:nvPr/>
        </p:nvSpPr>
        <p:spPr>
          <a:xfrm>
            <a:off x="6446520" y="4297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Improve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09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"Add comments to every function in this file"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· VS CODE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Install VS Code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A free code editor by Microsoft — where you write &amp; run your web projects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858000" cy="27432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7ACC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169164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7ACC">
              <a:alpha val="6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 txBox="1"/>
          <p:nvPr/>
        </p:nvSpPr>
        <p:spPr>
          <a:xfrm>
            <a:off x="109728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code.visualstudio.com/Downloads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840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Go to this link → click the big Download button → run the installer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4805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5B8DD9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 txBox="1"/>
          <p:nvPr/>
        </p:nvSpPr>
        <p:spPr>
          <a:xfrm>
            <a:off x="109728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🍎 macOS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44805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D97757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 txBox="1"/>
          <p:nvPr/>
        </p:nvSpPr>
        <p:spPr>
          <a:xfrm>
            <a:off x="306324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🪟 Windows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448056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4CAF8A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 txBox="1"/>
          <p:nvPr/>
        </p:nvSpPr>
        <p:spPr>
          <a:xfrm>
            <a:off x="502920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🐧 Linux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228600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 txBox="1"/>
          <p:nvPr/>
        </p:nvSpPr>
        <p:spPr>
          <a:xfrm>
            <a:off x="80010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Write code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Syntax highlighting &amp; smart autocomplete for HTML, CSS, JS and more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361188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 txBox="1"/>
          <p:nvPr/>
        </p:nvSpPr>
        <p:spPr>
          <a:xfrm>
            <a:off x="80010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Extensions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069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Install plugins to add new powers in just a few clicks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49377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 txBox="1"/>
          <p:nvPr/>
        </p:nvSpPr>
        <p:spPr>
          <a:xfrm>
            <a:off x="800100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5029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Free forever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5394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100% free, open source, works on all platforms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EXTENSIONS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</a:rPr>
              <a:t>Install These 3 Extensions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</a:rPr>
              <a:t>Open VS Code → press Ctrl+Shift+X (or Cmd+Shift+X on Mac) → search by name → click Install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11880" cy="416052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11880" cy="502920"/>
          </a:xfrm>
          <a:prstGeom prst="roundRect">
            <a:avLst>
              <a:gd name="adj" fmla="val 27273"/>
            </a:avLst>
          </a:prstGeom>
          <a:solidFill>
            <a:srgbClr val="5B8DD9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11880" cy="228600"/>
          </a:xfrm>
          <a:prstGeom prst="rect">
            <a:avLst/>
          </a:prstGeom>
          <a:solidFill>
            <a:srgbClr val="5B8DD9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Shape 8"/>
          <p:cNvSpPr/>
          <p:nvPr/>
        </p:nvSpPr>
        <p:spPr>
          <a:xfrm>
            <a:off x="62179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 txBox="1"/>
          <p:nvPr/>
        </p:nvSpPr>
        <p:spPr>
          <a:xfrm>
            <a:off x="62179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D9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3957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 txBox="1"/>
          <p:nvPr/>
        </p:nvSpPr>
        <p:spPr>
          <a:xfrm>
            <a:off x="11430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Web Preview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20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Live Preview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by Microsoft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519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Shows your webpage live inside VS Code as you type — no browser tab switching needed.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166360"/>
            <a:ext cx="3392424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 txBox="1"/>
          <p:nvPr/>
        </p:nvSpPr>
        <p:spPr>
          <a:xfrm>
            <a:off x="566928" y="51663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install ms-vscode.live-server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2286000"/>
            <a:ext cx="3611880" cy="416052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Shape 19"/>
          <p:cNvSpPr/>
          <p:nvPr/>
        </p:nvSpPr>
        <p:spPr>
          <a:xfrm>
            <a:off x="4343400" y="2286000"/>
            <a:ext cx="3611880" cy="502920"/>
          </a:xfrm>
          <a:prstGeom prst="roundRect">
            <a:avLst>
              <a:gd name="adj" fmla="val 27273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Shape 20"/>
          <p:cNvSpPr/>
          <p:nvPr/>
        </p:nvSpPr>
        <p:spPr>
          <a:xfrm>
            <a:off x="4343400" y="2560320"/>
            <a:ext cx="3611880" cy="2286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3" name="Shape 21"/>
          <p:cNvSpPr/>
          <p:nvPr/>
        </p:nvSpPr>
        <p:spPr>
          <a:xfrm>
            <a:off x="450799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 txBox="1"/>
          <p:nvPr/>
        </p:nvSpPr>
        <p:spPr>
          <a:xfrm>
            <a:off x="450799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57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3957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 txBox="1"/>
          <p:nvPr/>
        </p:nvSpPr>
        <p:spPr>
          <a:xfrm>
            <a:off x="50292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Auto Refresh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2880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520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Live Server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by Ritwick Dey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2519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Launches a local server with auto-refresh in your browser whenever you save a file.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53128" y="5166360"/>
            <a:ext cx="3392424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 txBox="1"/>
          <p:nvPr/>
        </p:nvSpPr>
        <p:spPr>
          <a:xfrm>
            <a:off x="4453128" y="51663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install ritwickdey.LiveServer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0" y="2286000"/>
            <a:ext cx="3611880" cy="416052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Shape 32"/>
          <p:cNvSpPr/>
          <p:nvPr/>
        </p:nvSpPr>
        <p:spPr>
          <a:xfrm>
            <a:off x="8229600" y="2286000"/>
            <a:ext cx="3611880" cy="502920"/>
          </a:xfrm>
          <a:prstGeom prst="roundRect">
            <a:avLst>
              <a:gd name="adj" fmla="val 27273"/>
            </a:avLst>
          </a:prstGeom>
          <a:solidFill>
            <a:srgbClr val="4CAF8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5" name="Shape 33"/>
          <p:cNvSpPr/>
          <p:nvPr/>
        </p:nvSpPr>
        <p:spPr>
          <a:xfrm>
            <a:off x="8229600" y="2560320"/>
            <a:ext cx="3611880" cy="228600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6" name="Shape 34"/>
          <p:cNvSpPr/>
          <p:nvPr/>
        </p:nvSpPr>
        <p:spPr>
          <a:xfrm>
            <a:off x="839419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7" name="Text 35"/>
          <p:cNvSpPr txBox="1"/>
          <p:nvPr/>
        </p:nvSpPr>
        <p:spPr>
          <a:xfrm>
            <a:off x="839419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8A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15400" y="23957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9" name="Text 37"/>
          <p:cNvSpPr txBox="1"/>
          <p:nvPr/>
        </p:nvSpPr>
        <p:spPr>
          <a:xfrm>
            <a:off x="89154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Code Formatter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2880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3520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Prettier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</a:rPr>
              <a:t>by Prettier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42519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Automatically formats and cleans up your code whenever you save — keeps everything tidy.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39328" y="5166360"/>
            <a:ext cx="3392424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5" name="Text 43"/>
          <p:cNvSpPr txBox="1"/>
          <p:nvPr/>
        </p:nvSpPr>
        <p:spPr>
          <a:xfrm>
            <a:off x="8339328" y="51663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install esbenp.prettier-vscode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11247120" cy="201168"/>
          </a:xfrm>
          <a:prstGeom prst="roundRect">
            <a:avLst>
              <a:gd name="adj" fmla="val 22727"/>
            </a:avLst>
          </a:prstGeom>
          <a:solidFill>
            <a:srgbClr val="E8F5E9"/>
          </a:solidFill>
          <a:ln w="12700">
            <a:solidFill>
              <a:srgbClr val="4CAF8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7" name="Text 45"/>
          <p:cNvSpPr txBox="1"/>
          <p:nvPr/>
        </p:nvSpPr>
        <p:spPr>
          <a:xfrm>
            <a:off x="594360" y="64008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🔍  Search name  →  Click Install  →  Or use Quick Open (Ctrl+P) and paste the command above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8229600" y="-731520"/>
            <a:ext cx="5486400" cy="5486400"/>
          </a:xfrm>
          <a:prstGeom prst="ellipse">
            <a:avLst/>
          </a:prstGeom>
          <a:solidFill>
            <a:srgbClr val="2D3561">
              <a:alpha val="4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4114800" cy="4114800"/>
          </a:xfrm>
          <a:prstGeom prst="ellipse">
            <a:avLst/>
          </a:prstGeom>
          <a:solidFill>
            <a:srgbClr val="D97757">
              <a:alpha val="22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 txBox="1"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🚀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Let's Try It Live!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5204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</a:rPr>
              <a:t>Time for a live demo — watch how to write, fix, and explain code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</a:rPr>
              <a:t>using nothing but plain English.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4663440"/>
            <a:ext cx="2834640" cy="594360"/>
          </a:xfrm>
          <a:prstGeom prst="roundRect">
            <a:avLst>
              <a:gd name="adj" fmla="val 18462"/>
            </a:avLst>
          </a:prstGeom>
          <a:solidFill>
            <a:srgbClr val="D97757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 txBox="1"/>
          <p:nvPr/>
        </p:nvSpPr>
        <p:spPr>
          <a:xfrm>
            <a:off x="1371600" y="4663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Ask Claude to write a script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4663440"/>
            <a:ext cx="2834640" cy="594360"/>
          </a:xfrm>
          <a:prstGeom prst="roundRect">
            <a:avLst>
              <a:gd name="adj" fmla="val 18462"/>
            </a:avLst>
          </a:prstGeom>
          <a:solidFill>
            <a:srgbClr val="D97757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 txBox="1"/>
          <p:nvPr/>
        </p:nvSpPr>
        <p:spPr>
          <a:xfrm>
            <a:off x="4572000" y="4663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Ask Claude to fix an error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663440"/>
            <a:ext cx="2834640" cy="594360"/>
          </a:xfrm>
          <a:prstGeom prst="roundRect">
            <a:avLst>
              <a:gd name="adj" fmla="val 18462"/>
            </a:avLst>
          </a:prstGeom>
          <a:solidFill>
            <a:srgbClr val="D97757">
              <a:alpha val="8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 txBox="1"/>
          <p:nvPr/>
        </p:nvSpPr>
        <p:spPr>
          <a:xfrm>
            <a:off x="7772400" y="4663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Ask Claude to explain code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0" y="621792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docs.anthropic.com/claude-code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DAC4A-8B3F-2CF3-F93A-B5905314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06" y="118851"/>
            <a:ext cx="8336671" cy="662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09728"/>
      </p:ext>
    </p:extLst>
  </p:cSld>
  <p:clrMapOvr>
    <a:masterClrMapping/>
  </p:clrMapOvr>
</p:sld>
</file>

<file path=ppt/theme/theme1.xml><?xml version="1.0" encoding="utf-8"?>
<a:theme xmlns:a="http://schemas.openxmlformats.org/drawingml/2006/main" name="ClaudeCodeDeck">
  <a:themeElements>
    <a:clrScheme name="ClaudeCodeDeck">
      <a:dk1>
        <a:srgbClr val="1A1A2E"/>
      </a:dk1>
      <a:lt1>
        <a:srgbClr val="FFFFFF"/>
      </a:lt1>
      <a:dk2>
        <a:srgbClr val="2D3561"/>
      </a:dk2>
      <a:lt2>
        <a:srgbClr val="F5F7FA"/>
      </a:lt2>
      <a:accent1>
        <a:srgbClr val="D97757"/>
      </a:accent1>
      <a:accent2>
        <a:srgbClr val="5B8DD9"/>
      </a:accent2>
      <a:accent3>
        <a:srgbClr val="4CAF8A"/>
      </a:accent3>
      <a:accent4>
        <a:srgbClr val="F5A623"/>
      </a:accent4>
      <a:accent5>
        <a:srgbClr val="9B59B6"/>
      </a:accent5>
      <a:accent6>
        <a:srgbClr val="E74C3C"/>
      </a:accent6>
      <a:hlink>
        <a:srgbClr val="D97757"/>
      </a:hlink>
      <a:folHlink>
        <a:srgbClr val="A0522D"/>
      </a:folHlink>
    </a:clrScheme>
    <a:fontScheme name="ClaudeCodeDec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874</Words>
  <Application>Microsoft Macintosh PowerPoint</Application>
  <PresentationFormat>Widescreen</PresentationFormat>
  <Paragraphs>163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Segoe UI</vt:lpstr>
      <vt:lpstr>ClaudeCodeDeck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Ashraf, Raiyan</cp:lastModifiedBy>
  <cp:revision>6</cp:revision>
  <dcterms:created xsi:type="dcterms:W3CDTF">2026-10-15T13:53:22Z</dcterms:created>
  <dcterms:modified xsi:type="dcterms:W3CDTF">2026-10-15T15:03:29Z</dcterms:modified>
</cp:coreProperties>
</file>