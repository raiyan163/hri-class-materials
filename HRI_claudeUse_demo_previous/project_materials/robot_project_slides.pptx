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Robot Control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A9EC"/>
                </a:solidFill>
              </a:rPr>
              <a:t>Web-Based Robot Control Dashboard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E1CB"/>
                </a:solidFill>
              </a:rPr>
              <a:t>A Student Project using Claude Code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EEDFE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</a:rPr>
              <a:t>Goal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1"/>
                </a:solidFill>
              </a:rPr>
              <a:t>Control a simulated robot from a web dashboard in real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Interface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4015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1"/>
                </a:solidFill>
              </a:rPr>
              <a:t>Browser-based control panel with 3 main sections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</a:rPr>
              <a:t>Robot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801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1"/>
                </a:solidFill>
              </a:rPr>
              <a:t>HTML/CSS/JS robot running in a separate browser window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6F1FB"/>
          </a:solidFill>
          <a:ln w="19050">
            <a:solidFill>
              <a:srgbClr val="378A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</a:rPr>
              <a:t>Comms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4015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1"/>
                </a:solidFill>
              </a:rPr>
              <a:t>WebSocket server connects dashboard to robot simulator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EEEDFE"/>
          </a:solidFill>
          <a:ln w="254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489"/>
                </a:solidFill>
              </a:rPr>
              <a:t>Control Dashboard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965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</a:rPr>
              <a:t>- Talk with Robot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</a:rPr>
              <a:t>- Move Robot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34AB7"/>
                </a:solidFill>
              </a:rPr>
              <a:t>- Show Gesture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Browser window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1D9E75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WebSocket Server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</a:rPr>
              <a:t>Receives and relays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</a:rPr>
              <a:t>commands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1F5EE"/>
                </a:solidFill>
              </a:rPr>
              <a:t>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2801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FAECE7"/>
          </a:solidFill>
          <a:ln w="254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2B13"/>
                </a:solidFill>
              </a:rPr>
              <a:t>Robot Simulator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965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</a:rPr>
              <a:t>- Show messages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</a:rPr>
              <a:t>- Move on screen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3C1D"/>
                </a:solidFill>
              </a:rPr>
              <a:t>- Play gestures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Browser window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2606040"/>
            <a:ext cx="7315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2606040"/>
            <a:ext cx="73152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4AB7"/>
                </a:solidFill>
              </a:rPr>
              <a:t>send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</a:rPr>
              <a:t>relay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Control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EEEDFE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4048" y="1234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</a:rPr>
              <a:t>Talk with Robot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783080"/>
            <a:ext cx="2523744" cy="0"/>
          </a:xfrm>
          <a:prstGeom prst="line">
            <a:avLst/>
          </a:prstGeom>
          <a:noFill/>
          <a:ln w="6350">
            <a:solidFill>
              <a:srgbClr val="534AB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187452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A chat-style text input.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Student types a message, hits Send.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Message is transmitted via WebSocket.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Robot displays it as a speech bubble.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234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</a:rPr>
              <a:t>Move Robot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01568" y="1783080"/>
            <a:ext cx="2523744" cy="0"/>
          </a:xfrm>
          <a:prstGeom prst="line">
            <a:avLst/>
          </a:prstGeom>
          <a:noFill/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187452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Four directional buttons: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Up  /  Down  /  Left  /  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Each button press sends a move command.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Robot shifts position on screen.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430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1234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2B13"/>
                </a:solidFill>
              </a:rPr>
              <a:t>Show Gesture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19088" y="1783080"/>
            <a:ext cx="2523744" cy="0"/>
          </a:xfrm>
          <a:prstGeom prst="line">
            <a:avLst/>
          </a:prstGeom>
          <a:noFill/>
          <a:ln w="6350">
            <a:solidFill>
              <a:srgbClr val="D85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9088" y="1874520"/>
            <a:ext cx="25237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Three gesture buttons: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- Say Hi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- Jump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- Give a Hug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Robot performs the matching action.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Robot Simulator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88720" y="118872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378ADD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280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 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27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___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1280160" cy="1097280"/>
          </a:xfrm>
          <a:prstGeom prst="roundRect">
            <a:avLst>
              <a:gd name="adj" fmla="val 6667"/>
            </a:avLst>
          </a:prstGeom>
          <a:solidFill>
            <a:srgbClr val="534AB7"/>
          </a:solidFill>
          <a:ln w="19050">
            <a:solidFill>
              <a:srgbClr val="3C34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57400"/>
            <a:ext cx="256032" cy="777240"/>
          </a:xfrm>
          <a:prstGeom prst="roundRect">
            <a:avLst>
              <a:gd name="adj" fmla="val 17857"/>
            </a:avLst>
          </a:prstGeom>
          <a:solidFill>
            <a:srgbClr val="378ADD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04288" y="2057400"/>
            <a:ext cx="256032" cy="777240"/>
          </a:xfrm>
          <a:prstGeom prst="roundRect">
            <a:avLst>
              <a:gd name="adj" fmla="val 17857"/>
            </a:avLst>
          </a:prstGeom>
          <a:solidFill>
            <a:srgbClr val="378ADD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" y="315468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7088" y="3154680"/>
            <a:ext cx="365760" cy="822960"/>
          </a:xfrm>
          <a:prstGeom prst="roundRect">
            <a:avLst>
              <a:gd name="adj" fmla="val 12500"/>
            </a:avLst>
          </a:prstGeom>
          <a:solidFill>
            <a:srgbClr val="185FA5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780"/>
                </a:solidFill>
              </a:rPr>
              <a:t>Robot Simulator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188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What the Robot Simulator does: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71800" y="1719072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46120" y="16642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Displays incoming chat messages as speech bubbles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203704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46120" y="2148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Moves around the screen on directional commands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71800" y="2688336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46120" y="26334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Say Hi — waves one arm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71800" y="3172968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46120" y="31181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Jump — bounces up and down on screen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71800" y="3657600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246120" y="3602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Give a Hug — extends both arms forward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71800" y="4142232"/>
            <a:ext cx="164592" cy="16459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6120" y="408736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</a:rPr>
              <a:t>Shows connection status (Connected / Disconnected)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EEEDFE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4358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3489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307592"/>
            <a:ext cx="0" cy="475488"/>
          </a:xfrm>
          <a:prstGeom prst="line">
            <a:avLst/>
          </a:prstGeom>
          <a:noFill/>
          <a:ln w="10160">
            <a:solidFill>
              <a:srgbClr val="B4B2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243584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HTML + CSS + JavaScript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572768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Dashboard and Robot Simulator — no frameworks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E1F5EE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1305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</a:rPr>
              <a:t>Server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2194560"/>
            <a:ext cx="0" cy="475488"/>
          </a:xfrm>
          <a:prstGeom prst="line">
            <a:avLst/>
          </a:prstGeom>
          <a:noFill/>
          <a:ln w="10160">
            <a:solidFill>
              <a:srgbClr val="B4B2A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21305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Node.js + ws library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459736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WebSocket server that relays all commands between the two browsers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FAECE7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3081528"/>
            <a:ext cx="0" cy="475488"/>
          </a:xfrm>
          <a:prstGeom prst="line">
            <a:avLst/>
          </a:prstGeom>
          <a:noFill/>
          <a:ln w="10160">
            <a:solidFill>
              <a:srgbClr val="B4B2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301752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WebSocket protocol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346704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Real-time two-way messaging — instant command delivery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31336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E6F1FB"/>
          </a:solidFill>
          <a:ln w="10160">
            <a:solidFill>
              <a:srgbClr val="D3D1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9044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47C"/>
                </a:solidFill>
              </a:rPr>
              <a:t>Robot Body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40280" y="3968496"/>
            <a:ext cx="0" cy="475488"/>
          </a:xfrm>
          <a:prstGeom prst="line">
            <a:avLst/>
          </a:prstGeom>
          <a:noFill/>
          <a:ln w="10160">
            <a:solidFill>
              <a:srgbClr val="B4B2A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77440" y="39044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CSS-styled divs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4233672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Head, body, arms, legs built from HTML elements — gestures via CSS classes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to Build This with Claude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Open Claude Code in your project folder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4081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cd my-robot-project  &amp;&amp;  claude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737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Paste your project slides as the first prompt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Give Claude Code the full context of what you want to build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86584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359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Ask it to build the WebSocket server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6517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"Create a Node.js WebSocket server that relays messages between two clients"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08376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980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Ask it to build the Control Dashboard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2735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"Build an HTML dashboard with Talk, Move, and Gesture sections"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30168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6027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Ask it to build the Robot Simulator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8953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"Create a page with a CSS robot that reacts to WebSocket commands"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51960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224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Test, refine, and ask follow-up questions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5171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Claude Code fixes bugs, adds features, and explains the code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7315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Let's Build It!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FA9EC"/>
                </a:solidFill>
              </a:rPr>
              <a:t>From this slide deck  →  to working code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FA9EC"/>
                </a:solidFill>
              </a:rPr>
              <a:t>using Claude Code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E1CB"/>
                </a:solidFill>
              </a:rPr>
              <a:t>Dashboard   ·   WebSocket Server   ·   Robot Simulator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2026-10-14T17:46:41Z</dcterms:created>
  <dcterms:modified xsi:type="dcterms:W3CDTF">2026-10-14T17:46:41Z</dcterms:modified>
</cp:coreProperties>
</file>